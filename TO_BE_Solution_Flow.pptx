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0" y="-1188720"/>
            <a:ext cx="3840480" cy="384048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98079" y="3749039"/>
            <a:ext cx="2194560" cy="2194560"/>
          </a:xfrm>
          <a:prstGeom prst="ellipse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0" y="1188720"/>
            <a:ext cx="1188720" cy="1188720"/>
          </a:xfrm>
          <a:prstGeom prst="ellipse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77240"/>
            <a:ext cx="6858000" cy="8046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TO BE SOLUTION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664208"/>
            <a:ext cx="640080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200" b="0" i="0">
                <a:solidFill>
                  <a:srgbClr val="ADE8F4"/>
                </a:solidFill>
                <a:latin typeface="Calibri"/>
              </a:rPr>
              <a:t>SOP Review &amp; Validation Process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249424"/>
            <a:ext cx="640080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 i="0">
                <a:solidFill>
                  <a:srgbClr val="7FB3D3"/>
                </a:solidFill>
                <a:latin typeface="Calibri"/>
              </a:rPr>
              <a:t>Automated  •  AI-Driven  •  Compliant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2907792"/>
            <a:ext cx="1965960" cy="402336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2907792"/>
            <a:ext cx="196596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01  SOP Upload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68880" y="2907792"/>
            <a:ext cx="1965960" cy="402336"/>
          </a:xfrm>
          <a:prstGeom prst="round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907792"/>
            <a:ext cx="196596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02  AI Processing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2907792"/>
            <a:ext cx="1965960" cy="402336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907792"/>
            <a:ext cx="196596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03  Review &amp; Decide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0" y="2907792"/>
            <a:ext cx="1965960" cy="402336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2907792"/>
            <a:ext cx="196596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04  Report &amp; Archive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4745736"/>
            <a:ext cx="9144000" cy="397764"/>
          </a:xfrm>
          <a:prstGeom prst="rect">
            <a:avLst/>
          </a:prstGeom>
          <a:solidFill>
            <a:srgbClr val="09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4745736"/>
            <a:ext cx="8503920" cy="3977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 i="0">
                <a:solidFill>
                  <a:srgbClr val="7FB3D3"/>
                </a:solidFill>
                <a:latin typeface="Calibri"/>
              </a:rPr>
              <a:t>TO BE Process  |  SOP Review &amp; Validation  | 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0"/>
            <a:ext cx="868680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TO BE SOLUTION FLOW  |  SOP Review &amp; Validation Process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169164" y="726948"/>
            <a:ext cx="1993392" cy="39502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8016" y="685800"/>
            <a:ext cx="1993392" cy="39502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016" y="685800"/>
            <a:ext cx="1993392" cy="54864"/>
          </a:xfrm>
          <a:prstGeom prst="rect">
            <a:avLst/>
          </a:prstGeom>
          <a:solidFill>
            <a:srgbClr val="4DB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6112" y="768096"/>
            <a:ext cx="457200" cy="457200"/>
          </a:xfrm>
          <a:prstGeom prst="ellipse">
            <a:avLst/>
          </a:prstGeom>
          <a:solidFill>
            <a:srgbClr val="4DB6E8"/>
          </a:solidFill>
          <a:ln w="19050">
            <a:solidFill>
              <a:srgbClr val="4DB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768096"/>
            <a:ext cx="457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" y="1984248"/>
            <a:ext cx="1847088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SOP Upload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2587752"/>
            <a:ext cx="1371600" cy="210312"/>
          </a:xfrm>
          <a:prstGeom prst="rect">
            <a:avLst/>
          </a:prstGeom>
          <a:solidFill>
            <a:srgbClr val="4DB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2587752"/>
            <a:ext cx="1371600" cy="2103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Actor: Process Owner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862072"/>
            <a:ext cx="1737360" cy="10972"/>
          </a:xfrm>
          <a:prstGeom prst="rect">
            <a:avLst/>
          </a:prstGeom>
          <a:solidFill>
            <a:srgbClr val="4DB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2971800"/>
            <a:ext cx="1499616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SOP Document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3310128"/>
            <a:ext cx="1499616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SOP Template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3648456"/>
            <a:ext cx="1499616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Checklist Select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3986783"/>
            <a:ext cx="1499616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Upload &amp; Submit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73452" y="726948"/>
            <a:ext cx="1993392" cy="39502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32304" y="685800"/>
            <a:ext cx="1993392" cy="3950208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32304" y="685800"/>
            <a:ext cx="1993392" cy="54864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200400" y="768096"/>
            <a:ext cx="457200" cy="457200"/>
          </a:xfrm>
          <a:prstGeom prst="ellipse">
            <a:avLst/>
          </a:prstGeom>
          <a:solidFill>
            <a:srgbClr val="4ECDC4"/>
          </a:solidFill>
          <a:ln w="1905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0" y="768096"/>
            <a:ext cx="457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05456" y="1984248"/>
            <a:ext cx="1847088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AI Processing
&amp; Rating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2587752"/>
            <a:ext cx="1371600" cy="210312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2587752"/>
            <a:ext cx="1371600" cy="2103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Actor: AI Engine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0" y="2862072"/>
            <a:ext cx="1737360" cy="10972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34640" y="2971800"/>
            <a:ext cx="1499616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Template Analysis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3310128"/>
            <a:ext cx="1499616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Checklist Valid.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0" y="3648456"/>
            <a:ext cx="1499616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Completeness Score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3986783"/>
            <a:ext cx="1499616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Quality Rating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77740" y="726948"/>
            <a:ext cx="1993392" cy="39502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36592" y="685800"/>
            <a:ext cx="1993392" cy="39502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736592" y="685800"/>
            <a:ext cx="1993392" cy="54864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504688" y="768096"/>
            <a:ext cx="457200" cy="457200"/>
          </a:xfrm>
          <a:prstGeom prst="ellipse">
            <a:avLst/>
          </a:prstGeom>
          <a:solidFill>
            <a:srgbClr val="81C784"/>
          </a:solidFill>
          <a:ln w="1905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04688" y="768096"/>
            <a:ext cx="457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09744" y="1984248"/>
            <a:ext cx="1847088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Review &amp;
Decision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47488" y="2587752"/>
            <a:ext cx="1371600" cy="210312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47488" y="2587752"/>
            <a:ext cx="1371600" cy="2103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Actor: Reviewer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64607" y="2862072"/>
            <a:ext cx="1737360" cy="10972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38928" y="2971800"/>
            <a:ext cx="1499616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Gap Analysis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38928" y="3310128"/>
            <a:ext cx="1499616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Recommendations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38928" y="3648456"/>
            <a:ext cx="1499616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Accept Findings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38928" y="3986783"/>
            <a:ext cx="1499616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Override Findings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082028" y="726948"/>
            <a:ext cx="1993392" cy="39502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040880" y="685800"/>
            <a:ext cx="1993392" cy="395020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040880" y="685800"/>
            <a:ext cx="1993392" cy="54864"/>
          </a:xfrm>
          <a:prstGeom prst="rect">
            <a:avLst/>
          </a:prstGeom>
          <a:solidFill>
            <a:srgbClr val="CE9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808976" y="768096"/>
            <a:ext cx="457200" cy="457200"/>
          </a:xfrm>
          <a:prstGeom prst="ellipse">
            <a:avLst/>
          </a:prstGeom>
          <a:solidFill>
            <a:srgbClr val="CE93D8"/>
          </a:solidFill>
          <a:ln w="19050">
            <a:solidFill>
              <a:srgbClr val="CE9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08976" y="768096"/>
            <a:ext cx="457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14032" y="1984248"/>
            <a:ext cx="1847088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Report &amp;
Archive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51776" y="2587752"/>
            <a:ext cx="1371600" cy="210312"/>
          </a:xfrm>
          <a:prstGeom prst="rect">
            <a:avLst/>
          </a:prstGeom>
          <a:solidFill>
            <a:srgbClr val="CE9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51776" y="2587752"/>
            <a:ext cx="1371600" cy="2103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Actor: System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168896" y="2862072"/>
            <a:ext cx="1737360" cy="10972"/>
          </a:xfrm>
          <a:prstGeom prst="rect">
            <a:avLst/>
          </a:prstGeom>
          <a:solidFill>
            <a:srgbClr val="CE9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43216" y="2971800"/>
            <a:ext cx="1499616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Pre-Review Report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43216" y="3310128"/>
            <a:ext cx="1499616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Post-Review Report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43216" y="3648456"/>
            <a:ext cx="1499616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Execution Log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43216" y="3986783"/>
            <a:ext cx="1499616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Repository Archive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4882896"/>
            <a:ext cx="9144000" cy="260603"/>
          </a:xfrm>
          <a:prstGeom prst="rect">
            <a:avLst/>
          </a:prstGeom>
          <a:solidFill>
            <a:srgbClr val="09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28600" y="4882896"/>
            <a:ext cx="8686800" cy="2606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 i="0">
                <a:solidFill>
                  <a:srgbClr val="7FB3D3"/>
                </a:solidFill>
                <a:latin typeface="Calibri"/>
              </a:rPr>
              <a:t>TO BE Process Flow  |  SOP Review &amp; Validation  |  v1.0</a:t>
            </a:r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3" y="1344168"/>
            <a:ext cx="585216" cy="585216"/>
          </a:xfrm>
          <a:prstGeom prst="rect">
            <a:avLst/>
          </a:prstGeom>
        </p:spPr>
      </p:pic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6392" y="1344168"/>
            <a:ext cx="585216" cy="585216"/>
          </a:xfrm>
          <a:prstGeom prst="rect">
            <a:avLst/>
          </a:prstGeom>
        </p:spPr>
      </p:pic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79" y="1344168"/>
            <a:ext cx="585216" cy="585216"/>
          </a:xfrm>
          <a:prstGeom prst="rect">
            <a:avLst/>
          </a:prstGeom>
        </p:spPr>
      </p:pic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4968" y="1344168"/>
            <a:ext cx="585216" cy="585216"/>
          </a:xfrm>
          <a:prstGeom prst="rect">
            <a:avLst/>
          </a:prstGeom>
        </p:spPr>
      </p:pic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9456" y="2980944"/>
            <a:ext cx="256032" cy="256032"/>
          </a:xfrm>
          <a:prstGeom prst="rect">
            <a:avLst/>
          </a:prstGeom>
        </p:spPr>
      </p:pic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9456" y="3319272"/>
            <a:ext cx="256032" cy="256032"/>
          </a:xfrm>
          <a:prstGeom prst="rect">
            <a:avLst/>
          </a:prstGeom>
        </p:spPr>
      </p:pic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9456" y="3657600"/>
            <a:ext cx="256032" cy="256032"/>
          </a:xfrm>
          <a:prstGeom prst="rect">
            <a:avLst/>
          </a:prstGeom>
        </p:spPr>
      </p:pic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9456" y="3995927"/>
            <a:ext cx="256032" cy="256032"/>
          </a:xfrm>
          <a:prstGeom prst="rect">
            <a:avLst/>
          </a:prstGeom>
        </p:spPr>
      </p:pic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23744" y="2980944"/>
            <a:ext cx="256032" cy="256032"/>
          </a:xfrm>
          <a:prstGeom prst="rect">
            <a:avLst/>
          </a:prstGeom>
        </p:spPr>
      </p:pic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23744" y="3319272"/>
            <a:ext cx="256032" cy="256032"/>
          </a:xfrm>
          <a:prstGeom prst="rect">
            <a:avLst/>
          </a:prstGeom>
        </p:spPr>
      </p:pic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23744" y="3657600"/>
            <a:ext cx="256032" cy="256032"/>
          </a:xfrm>
          <a:prstGeom prst="rect">
            <a:avLst/>
          </a:prstGeom>
        </p:spPr>
      </p:pic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23744" y="3995927"/>
            <a:ext cx="256032" cy="256032"/>
          </a:xfrm>
          <a:prstGeom prst="rect">
            <a:avLst/>
          </a:prstGeom>
        </p:spPr>
      </p:pic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28031" y="2980944"/>
            <a:ext cx="256032" cy="256032"/>
          </a:xfrm>
          <a:prstGeom prst="rect">
            <a:avLst/>
          </a:prstGeom>
        </p:spPr>
      </p:pic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28031" y="3319272"/>
            <a:ext cx="256032" cy="256032"/>
          </a:xfrm>
          <a:prstGeom prst="rect">
            <a:avLst/>
          </a:prstGeom>
        </p:spPr>
      </p:pic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28031" y="3657600"/>
            <a:ext cx="256032" cy="256032"/>
          </a:xfrm>
          <a:prstGeom prst="rect">
            <a:avLst/>
          </a:prstGeom>
        </p:spPr>
      </p:pic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828031" y="3995927"/>
            <a:ext cx="256032" cy="256032"/>
          </a:xfrm>
          <a:prstGeom prst="rect">
            <a:avLst/>
          </a:prstGeom>
        </p:spPr>
      </p:pic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132320" y="2980944"/>
            <a:ext cx="256032" cy="256032"/>
          </a:xfrm>
          <a:prstGeom prst="rect">
            <a:avLst/>
          </a:prstGeom>
        </p:spPr>
      </p:pic>
      <p:pic>
        <p:nvPicPr>
          <p:cNvPr id="75" name="Picture 74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32320" y="3319272"/>
            <a:ext cx="256032" cy="256032"/>
          </a:xfrm>
          <a:prstGeom prst="rect">
            <a:avLst/>
          </a:prstGeom>
        </p:spPr>
      </p:pic>
      <p:pic>
        <p:nvPicPr>
          <p:cNvPr id="76" name="Picture 75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132320" y="3657600"/>
            <a:ext cx="256032" cy="256032"/>
          </a:xfrm>
          <a:prstGeom prst="rect">
            <a:avLst/>
          </a:prstGeom>
        </p:spPr>
      </p:pic>
      <p:pic>
        <p:nvPicPr>
          <p:cNvPr id="77" name="Picture 76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132320" y="3995927"/>
            <a:ext cx="256032" cy="256032"/>
          </a:xfrm>
          <a:prstGeom prst="rect">
            <a:avLst/>
          </a:prstGeom>
        </p:spPr>
      </p:pic>
      <p:pic>
        <p:nvPicPr>
          <p:cNvPr id="78" name="Picture 77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157984" y="2542032"/>
            <a:ext cx="237744" cy="237744"/>
          </a:xfrm>
          <a:prstGeom prst="rect">
            <a:avLst/>
          </a:prstGeom>
        </p:spPr>
      </p:pic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462272" y="2542032"/>
            <a:ext cx="237744" cy="237744"/>
          </a:xfrm>
          <a:prstGeom prst="rect">
            <a:avLst/>
          </a:prstGeom>
        </p:spPr>
      </p:pic>
      <p:pic>
        <p:nvPicPr>
          <p:cNvPr id="80" name="Picture 79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766560" y="2542032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